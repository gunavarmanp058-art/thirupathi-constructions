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SENTINEL AI: Next-Gen Infrastructure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Integrating Predictive Maintenance &amp; Computer Vision for Public Works</a:t>
            </a:r>
          </a:p>
          <a:p>
            <a:r>
              <a:t>Presented by: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Sentinel AI is a specialized platform for government-scale construction projects.</a:t>
            </a:r>
          </a:p>
          <a:p>
            <a:r>
              <a:t>Automating progress monitoring through Computer Vision &amp; Predictive ML.</a:t>
            </a:r>
          </a:p>
          <a:p>
            <a:r>
              <a:t>Core Pillars: Machinery Health &amp; Infrastructure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Visibility Gap: Remote site progress is hard to track.</a:t>
            </a:r>
          </a:p>
          <a:p>
            <a:r>
              <a:t>- Reactive Maintenance: Breakdown causes massive delays.</a:t>
            </a:r>
          </a:p>
          <a:p>
            <a:r>
              <a:t>- Subjective Quality: Manual inspections are inconsistent.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SDG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SDG 9: Industry &amp; Innovation</a:t>
            </a:r>
          </a:p>
          <a:p>
            <a:r>
              <a:t>SDG 11: Sustainable Cities</a:t>
            </a:r>
          </a:p>
          <a:p>
            <a:r>
              <a:t>SDG 12: Responsible Consumption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</a:t>
            </a:r>
          </a:p>
          <a:p>
            <a:r>
              <a:t>Backend: Node.js/Express</a:t>
            </a:r>
          </a:p>
          <a:p>
            <a:r>
              <a:t>AI Service: Python FastAPI</a:t>
            </a:r>
          </a:p>
          <a:p>
            <a:r>
              <a:t>Database: MySQL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AI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Machinery Health Score (0-100)</a:t>
            </a:r>
          </a:p>
          <a:p>
            <a:r>
              <a:t>Infra-Vision (Road/Water Differentiation)</a:t>
            </a:r>
          </a:p>
          <a:p>
            <a:r>
              <a:t>Context-Aware Structural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Automates oversight and preserves asset longevity.</a:t>
            </a:r>
          </a:p>
          <a:p>
            <a:r>
              <a:t>Future: IoT Live Telematics &amp; Drone surveying.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